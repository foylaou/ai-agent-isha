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Orchestration 與 Tools 雙向箭頭在此版面以並排區塊呈現，箭頭語意保留在講者說明中。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介紹地端運作生成式 AI 實做 - Slidev</dc:title>
  <dc:subject>&lt;p&gt;6 小時實作課程
Part 1 上午場：認識 AI｜Part 2 下午場：使用 AI&lt;/p&gt;
</dc:subject>
  <dc:creator>PptxGenJS</dc:creator>
  <cp:lastModifiedBy>PptxGenJS</cp:lastModifiedBy>
  <cp:revision>1</cp:revision>
  <dcterms:created xsi:type="dcterms:W3CDTF">2026-08-26T01:24:24Z</dcterms:created>
  <dcterms:modified xsi:type="dcterms:W3CDTF">2026-08-26T01:24:24Z</dcterms:modified>
</cp:coreProperties>
</file>